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62" r:id="rId6"/>
    <p:sldId id="263" r:id="rId7"/>
    <p:sldId id="259" r:id="rId8"/>
  </p:sldIdLst>
  <p:sldSz cx="12192000" cy="6858000"/>
  <p:notesSz cx="6858000" cy="9144000"/>
  <p:embeddedFontLst>
    <p:embeddedFont>
      <p:font typeface="Lato Black" panose="020B0604020202020204" charset="0"/>
      <p:bold r:id="rId10"/>
      <p:boldItalic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Libre Baskervill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11770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2019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258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25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1786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399752" y="3708842"/>
            <a:ext cx="7246189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 dirty="0"/>
              <a:t>Restaurant &amp; Consumer Data Project!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10692188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Background: Currently  B-tech 2rd year.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</a:t>
            </a:r>
            <a:r>
              <a:rPr lang="en-IN" sz="2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 : To start building my skills.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work </a:t>
            </a:r>
            <a:r>
              <a:rPr lang="en-IN" sz="24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experience : Ni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N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https://www.linkedin.com/in/vajrala-nikhila-devi-4851a4380/</a:t>
            </a:r>
            <a:endParaRPr lang="en-IN" sz="2400" b="1" i="0" u="none" strike="noStrike" cap="none" dirty="0" smtClean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IN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https://github.com/nikhilavajrala-coder/College_Codes</a:t>
            </a:r>
            <a:endParaRPr sz="2400" b="1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lvl="0" indent="-431800">
              <a:spcBef>
                <a:spcPts val="1000"/>
              </a:spcBef>
            </a:pPr>
            <a:r>
              <a:rPr lang="en-IN" b="1" dirty="0">
                <a:solidFill>
                  <a:srgbClr val="FF0000"/>
                </a:solidFill>
              </a:rPr>
              <a:t>Objective of the </a:t>
            </a:r>
            <a:r>
              <a:rPr lang="en-IN" b="1" dirty="0" smtClean="0">
                <a:solidFill>
                  <a:srgbClr val="FF0000"/>
                </a:solidFill>
              </a:rPr>
              <a:t>Project :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2055" y="1690688"/>
            <a:ext cx="1091499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relational database to analyze consumer–restaurant interactions using 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consumers into spending tiers based on budget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restaurant performance by comparing individual vs. average ratings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top consumers &amp; top restaurants per cuisine using CTEs, views, stored procedures, and window functions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actionable insights into consumer behavior and restaurant success patterns </a:t>
            </a:r>
          </a:p>
        </p:txBody>
      </p:sp>
    </p:spTree>
    <p:extLst>
      <p:ext uri="{BB962C8B-B14F-4D97-AF65-F5344CB8AC3E}">
        <p14:creationId xmlns:p14="http://schemas.microsoft.com/office/powerpoint/2010/main" val="375090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lvl="0" indent="-431800">
              <a:spcBef>
                <a:spcPts val="1000"/>
              </a:spcBef>
            </a:pPr>
            <a:r>
              <a:rPr lang="en-US" b="1" dirty="0">
                <a:solidFill>
                  <a:srgbClr val="FF0000"/>
                </a:solidFill>
              </a:rPr>
              <a:t>Key analysis questions (use cases</a:t>
            </a:r>
            <a:r>
              <a:rPr lang="en-US" b="1" dirty="0" smtClean="0">
                <a:solidFill>
                  <a:srgbClr val="FF0000"/>
                </a:solidFill>
              </a:rPr>
              <a:t>) 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21994" y="1664187"/>
            <a:ext cx="930441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Segmentation: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Budget → spending segment mapping; rating behavior by segment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Cuisine Preferences: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Cuisine choice by budget level; alignment with restaurant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 Performance: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 restaurants per cuisine; individual vs. average ratings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Behavior: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 consumers by rating; Mexican restaurant engagement &amp; gaps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Analysis: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Rating variation by city; ranking patterns within restaurants </a:t>
            </a:r>
          </a:p>
        </p:txBody>
      </p:sp>
    </p:spTree>
    <p:extLst>
      <p:ext uri="{BB962C8B-B14F-4D97-AF65-F5344CB8AC3E}">
        <p14:creationId xmlns:p14="http://schemas.microsoft.com/office/powerpoint/2010/main" val="3270920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lvl="0" indent="-431800">
              <a:spcBef>
                <a:spcPts val="1000"/>
              </a:spcBef>
            </a:pPr>
            <a:r>
              <a:rPr lang="en-IN" b="1" dirty="0">
                <a:solidFill>
                  <a:srgbClr val="FF0000"/>
                </a:solidFill>
              </a:rPr>
              <a:t>Conclusion :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0090" y="1444547"/>
            <a:ext cx="1073368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Segmentation: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Budgets map to 3 segments — Budget, Moderate, Premium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Cuisine Preferences: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Low-budget students favor a narrow top-3 cuisine 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 Performance: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 restaurants per cuisine identified, ties handled fairly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Behavior: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Some consumers rate consistently above/below restaurant averages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Mexican Cuisine Insight: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Popular cuisine, but preference ≠ high ratings for top spots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Consumers: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 5 profiled by rating + engagement with Mexican restaurants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Finding: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analysis drives actionable targeting &amp;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238093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31800">
              <a:spcBef>
                <a:spcPts val="1000"/>
              </a:spcBef>
            </a:pPr>
            <a:r>
              <a:rPr lang="en-IN" b="1" dirty="0">
                <a:solidFill>
                  <a:srgbClr val="FF0000"/>
                </a:solidFill>
              </a:rPr>
              <a:t>Your Experience/Challenges working </a:t>
            </a:r>
            <a:r>
              <a:rPr lang="en-IN" b="1" dirty="0" smtClean="0">
                <a:solidFill>
                  <a:srgbClr val="FF0000"/>
                </a:solidFill>
              </a:rPr>
              <a:t> :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28700" y="1428346"/>
            <a:ext cx="940938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Learning Curve: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Hands-on practice with CTEs, Views, Stored Procedures, and Window Functions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Syntax Differences: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Navigated SQL Server vs. MySQL syntax gaps (procedures, parameters)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Debugging: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Resolved stored procedure errors via careful delimiter &amp; grouping fixes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 Assumptions: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Used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Restaurant_ID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as a time proxy (no timestamps available)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Ranking Logic: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Applied DENSE_RANK for fair tie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Integration: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Merged consumer segmentation with restaurant performance for deeper insight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Presentation Skills: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Converted technical SQL results into clear, slide-ready takeaways </a:t>
            </a:r>
          </a:p>
        </p:txBody>
      </p:sp>
    </p:spTree>
    <p:extLst>
      <p:ext uri="{BB962C8B-B14F-4D97-AF65-F5344CB8AC3E}">
        <p14:creationId xmlns:p14="http://schemas.microsoft.com/office/powerpoint/2010/main" val="199094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358</Words>
  <Application>Microsoft Office PowerPoint</Application>
  <PresentationFormat>Widescreen</PresentationFormat>
  <Paragraphs>38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Lato Black</vt:lpstr>
      <vt:lpstr>Calibri</vt:lpstr>
      <vt:lpstr>Libre Baskerville</vt:lpstr>
      <vt:lpstr>Arial</vt:lpstr>
      <vt:lpstr>Office Theme</vt:lpstr>
      <vt:lpstr>PowerPoint Presentation</vt:lpstr>
      <vt:lpstr>PowerPoint Presentation</vt:lpstr>
      <vt:lpstr>Objective of the Project :</vt:lpstr>
      <vt:lpstr>Key analysis questions (use cases) :</vt:lpstr>
      <vt:lpstr>Conclusion :</vt:lpstr>
      <vt:lpstr>Your Experience/Challenges working  :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Microsoft account</cp:lastModifiedBy>
  <cp:revision>8</cp:revision>
  <dcterms:created xsi:type="dcterms:W3CDTF">2021-02-16T05:19:01Z</dcterms:created>
  <dcterms:modified xsi:type="dcterms:W3CDTF">2026-08-12T15:07:02Z</dcterms:modified>
</cp:coreProperties>
</file>